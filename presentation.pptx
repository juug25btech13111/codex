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B35B-15DF-1563-E1E6-3845FCA76C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E6EE55-FF90-A823-16A1-6F6450F84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645E6-E02A-630E-9E35-B55098524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7CFF2-04C4-D152-4B8C-AFED00A05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B12CE-DCE2-96EF-7CEE-8E5D563EE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6818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16BCA-7DA4-AC5D-DB5B-BF00F775E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A1BD7-71AC-9349-A609-C51E816F4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B6FAA-61B0-77BB-CEF0-F1CF07A34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96C92B-15E0-3E8F-AD28-102BD8E9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FF385-A966-EA8E-0ECE-49D772CAF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2210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08E79-18B3-6824-A352-5DD67F9E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9A1D8-509A-42D0-50B0-76D2447C33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07469-EB53-4791-3819-CB948CDA0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43A63-86B2-56C2-146C-375C09EF7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EB58CA-558F-0BA3-2E77-81074CAA5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5767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720D9-4F99-6D14-D995-CAA15D3F8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99739-08A2-9366-52EB-7D3C17D39C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1E9B05-C5F0-60AB-4006-D800F2FCBC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445333-A7F4-9901-56FD-ACDD167DE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A76C3F-6B03-39CA-5636-A61F11DF6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9D20D-CA3D-5E6B-0E76-D97F909C1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3798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97F43-199E-9BCE-4D50-8954E0BE8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944D7-22FF-36E1-07F6-22B641C1A8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CD578C-0C27-36FD-D472-D82FECC0B4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7E7AE5-1AAE-E65C-8B3C-DFFEBDDFC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CFE1B1-3F36-0693-EC88-BD4DD6BA76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BC6DC3-E138-7203-3032-7A1B1C8F7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CA86E1-47F6-C489-4161-38C1E5B29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72C850-8984-D4A3-A7DE-A2403DF60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3125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610CE-4398-0C10-BE9E-9D6A4199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E4C36B-338F-4187-B505-9F3CCC6A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00D226-7EC5-6E85-9BBB-1CCA90967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ED67B-ACA7-C075-7748-E1BB773FA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296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5109B3-7EF0-CD32-1BFA-5328B75A0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A2E8F-C387-572C-CD62-8CF7A66F6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60C2C-1F2B-51AB-C9F8-19DB99925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5619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C6AEC-9BA0-FC55-91D9-596305A8D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FD214-E3F2-EEB2-2959-022E2A6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20B84B-ADF1-B398-7318-B2C5B1F957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AFB36-A21B-414B-9428-9E72946DE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F86F34-1B4B-6F27-5041-44614842D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A251D5-4BB1-F69B-6B1F-7E84E1620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2675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82E39-BD9F-5C3C-D08A-AB8A6285B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602E83-9BBB-546C-6579-DB7689994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81896-3FD0-751E-CB7B-EA1C04BDB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28E466-427F-63B4-ED25-284497B2E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59ABBE-94A1-F6B9-10C0-40671AE5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34366-3637-7934-0DF7-A5830FB11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3853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7C403-1CBB-80EC-73A8-3EDB4CFC9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64E7E-9512-F79C-3FD5-4EBFF865A8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4D681-3469-5E46-6E8F-BB3E5942B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4237A4-C073-9A53-503A-8B3D7CE91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EE962-73F4-EA2D-AED4-1273FAF76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55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782872-BD1F-5FE4-6E63-AD318388EC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91EE48-43E8-58C9-147D-9441A51774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85C8A8-3FED-5156-3D67-A68A70FF6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8C20D-3E76-6CC2-EA7D-E05C92D04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1B5D8-51DD-5D53-BABF-6B8E5E548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708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90BA52-6A8D-EDB3-CBD0-0AAD804FA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128725-ED4F-0BC9-E489-8DF39A73F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D81F21-289C-BD44-047B-155F9FB92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0D403A-96C4-4E6D-A71F-8A0C524F883B}" type="datetimeFigureOut">
              <a:rPr lang="en-IN" smtClean="0"/>
              <a:t>06-04-2026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B1A81-041A-5B2C-CADF-7173BB18DD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9948D-7CCA-4327-C4DE-AA33A24A47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FBF9F6-EF0C-42F6-AD23-B39F56094C1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0676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FFA9D-AA8C-183A-340F-4284C253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700F163-E7FA-1B2C-D5E0-4ABC6D628E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D2B560-468C-AE00-FD08-190FAA9C2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NeuroSent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88AD9CD-CFB0-97F2-617B-EF142013269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24000" y="3552756"/>
            <a:ext cx="698088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10000"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Project Name: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NeuroSent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Tagline: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Transforming Raw Feedback into Actionable Intelligence with AI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Team Name: </a:t>
            </a:r>
            <a:r>
              <a:rPr lang="en-US" altLang="en-US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CodeX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Event: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DevCraft: Simon’s Command Line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Date: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April 2026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Domain: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AI/ML × Web Application × Institutional Analytics</a:t>
            </a:r>
          </a:p>
        </p:txBody>
      </p:sp>
    </p:spTree>
    <p:extLst>
      <p:ext uri="{BB962C8B-B14F-4D97-AF65-F5344CB8AC3E}">
        <p14:creationId xmlns:p14="http://schemas.microsoft.com/office/powerpoint/2010/main" val="367993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08B3B-0FDC-937D-B730-D2DCFE2DB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A4A0CE-87ED-FA30-F1CA-9ABEA24119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97E70B9-3D8E-AC8C-FD71-33A8999FB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Problem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6C42E2-B03A-1F39-A18A-616A4BA032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200000"/>
            <a:ext cx="9500000" cy="3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Educational institutions receive thousands of feedback entries every semester — yet: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Manual reading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 every feedback entry is humanly impossible at scale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Delayed response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 critical issues (bullying, harassment, safety threats)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Zero data-driven insights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administration makes decisions based on gut feeling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Fear of retaliation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students give dishonest or no feedback at all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 dept-wise breakdown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generic reports provide zero actionable value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“A student reports harassment. Nobody reads it for 3 weeks. By then, the damage is done.”</a:t>
            </a:r>
          </a:p>
        </p:txBody>
      </p:sp>
    </p:spTree>
    <p:extLst>
      <p:ext uri="{BB962C8B-B14F-4D97-AF65-F5344CB8AC3E}">
        <p14:creationId xmlns:p14="http://schemas.microsoft.com/office/powerpoint/2010/main" val="3420139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82DC-8B8F-5773-F3B9-0B382CCDC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D13157-B955-921F-107B-76F8794C04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BE8F45-6E88-24FC-6BE1-2BF874E6C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Target Audience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4A2422-340E-8474-6CA8-CC69D2C589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200000"/>
            <a:ext cx="9500000" cy="3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Primary Users: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Students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Submit anonymous/named feedback, track own sentiment scores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Staff &amp; Faculty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Submit feedback, access personal and departmental reports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HODs / Dept. Heads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Monitor department-level sentiment trends and analytics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Administrators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Global analytics, user management, risk alerts, audit logs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Institution Types: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Engineering colleges • Universities • Schools • Professional Institutes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Scale: Designed for 1,000+ concurrent users per institution</a:t>
            </a:r>
          </a:p>
        </p:txBody>
      </p:sp>
    </p:spTree>
    <p:extLst>
      <p:ext uri="{BB962C8B-B14F-4D97-AF65-F5344CB8AC3E}">
        <p14:creationId xmlns:p14="http://schemas.microsoft.com/office/powerpoint/2010/main" val="3657316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C0F17-D71F-4E5D-8264-47A9F6A26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9C68430-CC32-D06A-B654-DB3AF9A53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C4DFB8E-8883-9ACA-6E6F-AA08D471DC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Existing Solutions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632734-F5D3-955D-986B-0A58CBD1BA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200000"/>
            <a:ext cx="9500000" cy="3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Generic NLP APIs (VADER, TextBlob)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No institutional context, no RBAC, no risk detection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Google Natural Language API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Expensive at scale, no role-based access, no domain tuning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Survey Tools (Google Forms, SurveyMonkey)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Data collection only, zero AI sentiment analysis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MonkeyLearn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General-purpose, no safety alerts, no educational domain focus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Microsoft Azure Text Analytics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Enterprise cost, no anonymous submission, no bulk workflow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Common Limitations Across ALL Existing Tools: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 domain-specific NLP  •  No real-time risk/safety alerts  •  No 4-tier RBAC  •  No hybrid AI fallback</a:t>
            </a:r>
          </a:p>
        </p:txBody>
      </p:sp>
    </p:spTree>
    <p:extLst>
      <p:ext uri="{BB962C8B-B14F-4D97-AF65-F5344CB8AC3E}">
        <p14:creationId xmlns:p14="http://schemas.microsoft.com/office/powerpoint/2010/main" val="2361418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E8092-3A14-DA37-5C79-FFB96B58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6E1A02-DDF7-89F3-98B0-23412617B5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15C0A3-67F8-05CD-6B78-1C156A8A83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Gaps &amp; Opportunities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B9272C-21BB-FC22-D358-FB4BA9D50E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200000"/>
            <a:ext cx="9500000" cy="3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Gap 1 — No domain-specific NLP: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500+ college-specific keywords ignored by generic models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Gap 2 — No real-time safety detection: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Bullying, harassment, self-harm go unreported for weeks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Gap 3 — No institutional RBAC: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 tool maps Student → Staff → HOD → Admin hierarchy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Gap 4 — No anonymous feedback: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Fear of retaliation suppresses honest responses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Gap 5 — No offline AI fallback: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100% cloud dependency means downtime during quota exhaustion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Gap 6 — No negation-aware override: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“Not clean” and “not working” classified as Neutral by all existing tools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NeuroSent fills every single one of these gaps.</a:t>
            </a:r>
          </a:p>
        </p:txBody>
      </p:sp>
    </p:spTree>
    <p:extLst>
      <p:ext uri="{BB962C8B-B14F-4D97-AF65-F5344CB8AC3E}">
        <p14:creationId xmlns:p14="http://schemas.microsoft.com/office/powerpoint/2010/main" val="810801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4A417-F70C-76F1-8DA7-9F84EA24E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AD5367-3E92-5729-6FD7-273C70AADE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87607C-AF5E-2567-232F-3994FF9F27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Your Solution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D9A0F-685D-2B29-DBD0-99378586E5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100000"/>
            <a:ext cx="9500000" cy="35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NeuroSent — AI-Powered Institutional Feedback Intelligence Platform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Classifies sentiment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(Positive / Negative / Neutral) using a 3-layer hybrid AI engine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Detects high-risk content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7 categories (bullying, harassment, self-harm, threats) in real-time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Instant email alerts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dispatched to admins the moment critical content is detected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4. Department-wise dashboards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with interactive charts, date filtering, and TF-IDF word clouds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5. Anonymous submissions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supported — identity stripped at database level for honest feedback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6. Professional report exports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PDF (ReportLab), Excel (Pandas), and CSV formats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Built purpose-first for educational institutions — not a generic tool retrofitted to education.</a:t>
            </a:r>
          </a:p>
        </p:txBody>
      </p:sp>
    </p:spTree>
    <p:extLst>
      <p:ext uri="{BB962C8B-B14F-4D97-AF65-F5344CB8AC3E}">
        <p14:creationId xmlns:p14="http://schemas.microsoft.com/office/powerpoint/2010/main" val="1347914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72507-FD22-2E16-53F4-E66535A41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BCE28E-E731-156C-EDC9-D5CD678B6D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95F80B-DB77-DFBE-02AB-06459A8C98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Key Features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0A093E-F6A2-06B2-265C-B880832BEA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200000"/>
            <a:ext cx="9500000" cy="3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 fontScale="92500"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Hybrid NLP Engine: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Gemini 2.0 Flash → RoBERTa fallback → Complaint-aware override (3 layers)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Real-time Risk Detection: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 categories — bullying, harassment, violence, threats, self-harm, discrimination, corruption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Bulk CSV/Excel Upload: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Batch AI processing (15 texts/call = 15× API efficiency), background threading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Interactive Dashboard: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Sentiment trends, dept-wise bar charts, date filtering, TF-IDF keyword word cloud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4-Tier RBAC: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Student → Staff → HOD → Admin with strict permission boundaries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Enterprise Security: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Bcrypt, CSRF, rate limiting, account lockout, MFA (TOTP), session timeouts, audit logs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Report Generation: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PDF (ReportLab) + Excel (Pandas + OpenPyXL) + CSV exports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 Model Training: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Trigger RoBERTa fine-tuning directly from admin dashboard with real-time progress</a:t>
            </a:r>
          </a:p>
        </p:txBody>
      </p:sp>
    </p:spTree>
    <p:extLst>
      <p:ext uri="{BB962C8B-B14F-4D97-AF65-F5344CB8AC3E}">
        <p14:creationId xmlns:p14="http://schemas.microsoft.com/office/powerpoint/2010/main" val="160721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9CE99-2961-B95A-6509-047601B34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5206E9-DF7E-9DFF-CAC2-03673EB75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1795BD-090E-6657-E419-87C2FF670F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System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A906B9-56E0-797C-DD33-8F28BE5FF2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000000"/>
            <a:ext cx="9500000" cy="36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Frontend Layer: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TailwindCSS + Jinja2 Templates + Chart.js + WordCloud2.js | Login/MFA • Dashboard • Feedback Form • Admin Panel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Flask Application Layer (HTTPS):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Security: CSRF • Rate Limiting • Security Headers • 15-min idle + 12-hr absolute session timeout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9 Blueprints: Auth • Dashboard • Feedback • Upload • Reports • Admin • Profile • Training • Recovery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&amp; AI Layer: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NLP Engine </a:t>
            </a:r>
            <a:r>
              <a:rPr kumimoji="0" lang="en-US" altLang="en-US" sz="15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Layer 1: Gemini 2.0 Flash (API) | Layer 2: RoBERTa (local) | Layer 3: Complaint override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Database </a:t>
            </a:r>
            <a:r>
              <a:rPr kumimoji="0" lang="en-US" altLang="en-US" sz="15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SQLAlchemy ORM | 6 models: Users, Feedback, Uploads, AuditLog, OTPs, Replies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Email Engine </a:t>
            </a:r>
            <a:r>
              <a:rPr kumimoji="0" lang="en-US" altLang="en-US" sz="155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— SMTP/Gmail | Welcome, OTP, Risk Alerts, Password Reset</a:t>
            </a:r>
          </a:p>
        </p:txBody>
      </p:sp>
    </p:spTree>
    <p:extLst>
      <p:ext uri="{BB962C8B-B14F-4D97-AF65-F5344CB8AC3E}">
        <p14:creationId xmlns:p14="http://schemas.microsoft.com/office/powerpoint/2010/main" val="696313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81B4-DCB3-98E2-06A8-576EFC806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17783E-C433-A152-F467-61CD75CD35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F1FA6C2-5A0A-1FF0-1EBE-5E203A16E6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Tech Stack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679BA1-238F-16C1-81DD-F89092E266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200000"/>
            <a:ext cx="9500000" cy="3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Backend: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Flask 3.0+ • SQLAlchemy ORM • SQLite (dev) / PostgreSQL (prod)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 Primary: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Google Gemini 2.0 Flash via OpenRouter API — fast inference, ~200ms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AI Fallback: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HuggingFace RoBERTa (cardiffnlp/twitter-roberta) — local GPU, zero downtime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NLP: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NLTK + scikit-learn TF-IDF — tokenization, stopword removal, keyword extraction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Auth &amp; Security: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Flask-Login • Flask-Bcrypt • Flask-WTF (CSRF) • Flask-Limiter • PyOTP (MFA)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Frontend: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TailwindCSS • Chart.js • WordCloud2.js • Jinja2 • Vanta.js (animated bg)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Reports: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ReportLab (PDF) • Pandas + OpenPyXL (Excel) • CSV export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Deployment: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Docker + Gunicorn • Single-command containerized deploy • /health endpoint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Testing: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Pytest — 597 lines of automated security + integration tests</a:t>
            </a:r>
          </a:p>
        </p:txBody>
      </p:sp>
    </p:spTree>
    <p:extLst>
      <p:ext uri="{BB962C8B-B14F-4D97-AF65-F5344CB8AC3E}">
        <p14:creationId xmlns:p14="http://schemas.microsoft.com/office/powerpoint/2010/main" val="2148683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51831-6846-427E-64BB-101402158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831684-E944-D21A-AEB7-C0CD075684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931271-7B83-E6B0-4697-A9B3A4A0B3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F3AC6F-97B4-C038-5116-BCDB0E747F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200000"/>
            <a:ext cx="9500000" cy="3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 fontScale="92500"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Step 1 — Submit: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User types feedback manually or uploads bulk CSV/Excel file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Step 2 — AI Layer 1: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Gemini 2.0 Flash classifies sentiment in ~200ms (handles 95% of requests)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Step 3 — AI Layer 2: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If API is down/quota exceeded, RoBERTa local model kicks in (~500ms, zero downtime)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Step 4 — AI Layer 3: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Complaint-aware override catches negation patterns (e.g., “not clean” → Negative)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Step 5 — Risk Scan: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7-category risk engine checks for bullying, harassment, self-harm, threats, etc.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Step 6 — Alert: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If risk detected → high-priority email dispatched instantly to admin with full context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Step 7 — Dashboard: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Analytics refresh in real-time; caching (TTL 60s) ensures 500+ concurrent users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Batch mode: 15 feedbacks per API call — 15× more efficient than one-by-one processing</a:t>
            </a:r>
          </a:p>
        </p:txBody>
      </p:sp>
    </p:spTree>
    <p:extLst>
      <p:ext uri="{BB962C8B-B14F-4D97-AF65-F5344CB8AC3E}">
        <p14:creationId xmlns:p14="http://schemas.microsoft.com/office/powerpoint/2010/main" val="721136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2F5D3-4344-4362-805C-8F963B27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FB6C13-3B8B-52D8-104D-1E08E396A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824925-7E47-111A-5B2A-714F7E54B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Impact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92949-4812-3723-5970-052C9D70C0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200000"/>
            <a:ext cx="9500000" cy="3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Scale: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Engineered for 1,000+ concurrent users — connection pooling (20 base + 40 overflow)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Speed: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15× API call reduction via batch processing; dashboard cached at TTL 60s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Reliability: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Zero-downtime AI with 3-layer fallback — API → Local GPU → Override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Safety: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 risk categories monitored in real-time; instant email alert pipeline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Security: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597 lines of automated tests — privilege escalation, XSS, CSRF, lockout, OTP expiry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Transparency: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Anonymous feedback increases honest reporting; every admin action logged with IP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Insight: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Dept-wise sentiment + TF-IDF keywords give administrators actionable data, not guesses</a:t>
            </a:r>
          </a:p>
          <a:p>
            <a:pPr>
              <a:lnSpc>
                <a:spcPts val="1000"/>
              </a:lnSpc>
              <a:spcBef>
                <a:spcPts val="100"/>
              </a:spcBef>
              <a:buNone/>
            </a:pP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From gut feeling to data-driven institutional governance — that’s the NeuroSent impact.</a:t>
            </a:r>
          </a:p>
        </p:txBody>
      </p:sp>
    </p:spTree>
    <p:extLst>
      <p:ext uri="{BB962C8B-B14F-4D97-AF65-F5344CB8AC3E}">
        <p14:creationId xmlns:p14="http://schemas.microsoft.com/office/powerpoint/2010/main" val="2001245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A0058-2A1B-9A2D-4ACF-404877CEE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AED9E8-8E9E-772E-A148-23AF520FE6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38C520-B6A8-E5A5-6C12-E50EB51E1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Future Scope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D0CB7A-4CE2-C98F-181A-2955692E4C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0" name="ContentBox50"/>
          <p:cNvSpPr txBox="1">
            <a:spLocks noGrp="1"/>
          </p:cNvSpPr>
          <p:nvPr/>
        </p:nvSpPr>
        <p:spPr>
          <a:xfrm>
            <a:off x="1300000" y="3200000"/>
            <a:ext cx="9500000" cy="3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Multilingual NLP: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Hindi, Tamil, Telugu feedback analysis using multilingual transformer models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Trend Graphs: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Weekly/monthly sentiment trends per department over time with visual timelines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Celery + Redis: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Replace thread-based background tasks with a production-grade task queue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4. Mobile App: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Flutter/React Native wrapper around the REST API for on-the-go access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5. WebSocket Alerts: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Real-time push notifications for risk content in addition to email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6. AI Summaries: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Auto-generate executive summaries of 100+ feedback entries using LLMs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7. Feedback Clustering: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Auto-group similar complaints using sentence embeddings + HDBSCAN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Char char="●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8. Satisfaction Index: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Student Satisfaction Index (SSI) — composite score per department per semester</a:t>
            </a:r>
          </a:p>
        </p:txBody>
      </p:sp>
    </p:spTree>
    <p:extLst>
      <p:ext uri="{BB962C8B-B14F-4D97-AF65-F5344CB8AC3E}">
        <p14:creationId xmlns:p14="http://schemas.microsoft.com/office/powerpoint/2010/main" val="3624677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75861-E1CE-BA6F-0CCC-FAB419BDD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287638-B753-267A-7133-85A1F2BED3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007B7C-EA6F-07BE-C4E9-F1B87CED53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211667"/>
            <a:ext cx="9144000" cy="2387600"/>
          </a:xfrm>
        </p:spPr>
        <p:txBody>
          <a:bodyPr/>
          <a:lstStyle/>
          <a:p>
            <a:r>
              <a:rPr lang="en-IN" b="1" dirty="0" err="1">
                <a:latin typeface="Montserrat" panose="00000500000000000000" pitchFamily="2" charset="0"/>
              </a:rPr>
              <a:t>Mindmap</a:t>
            </a:r>
            <a:r>
              <a:rPr lang="en-IN" b="1" dirty="0">
                <a:latin typeface="Montserrat" panose="00000500000000000000" pitchFamily="2" charset="0"/>
              </a:rPr>
              <a:t> Overview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06F52F-6F01-50F4-8A08-ABAEADF8C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6800" y="2175933"/>
            <a:ext cx="4470400" cy="447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208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C9BC0-B449-3880-DCF1-3623A942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C3DCD4-1187-52B4-EA97-0B89E26E6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934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C69965-D790-CADB-8E84-39390523C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51828"/>
            <a:ext cx="9144000" cy="2387600"/>
          </a:xfrm>
        </p:spPr>
        <p:txBody>
          <a:bodyPr/>
          <a:lstStyle/>
          <a:p>
            <a:r>
              <a:rPr lang="en-IN" b="1" dirty="0">
                <a:latin typeface="Montserrat" panose="00000500000000000000" pitchFamily="2" charset="0"/>
              </a:rPr>
              <a:t>Team Info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8A35DE3-EB13-2BDB-C6EF-256EC4ACC713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300000" y="3300000"/>
            <a:ext cx="9500000" cy="32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Member 1: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[</a:t>
            </a:r>
            <a:r>
              <a:rPr lang="en-US" alt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SABARISH B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] — Full Stack Developer (Flask, SQLAlchemy, Auth)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Member 2: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[</a:t>
            </a:r>
            <a:r>
              <a:rPr lang="en-US" alt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THANUSH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] — AI/NLP Engineer (Gemini API,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RoBERTa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NLP Pipeline)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Member 3: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[</a:t>
            </a:r>
            <a:r>
              <a:rPr lang="en-US" alt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JS RAHUL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] —</a:t>
            </a:r>
            <a:r>
              <a:rPr lang="en-US" alt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Project Research and Content Curation 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Member 4: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[</a:t>
            </a:r>
            <a:r>
              <a:rPr lang="en-US" altLang="en-US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KOUSHIK 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] — PPT Design And Visual Presentation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Duration: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Built during the DevCraft Hackathon period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Codebase: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~5,000+ lines (backend) + templates + 597-line test suite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Deployment: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Docker + Gunicorn — production-ready on Render / Heroku / Docker</a:t>
            </a:r>
          </a:p>
        </p:txBody>
      </p:sp>
    </p:spTree>
    <p:extLst>
      <p:ext uri="{BB962C8B-B14F-4D97-AF65-F5344CB8AC3E}">
        <p14:creationId xmlns:p14="http://schemas.microsoft.com/office/powerpoint/2010/main" val="2135367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1499</Words>
  <Application>Microsoft Office PowerPoint</Application>
  <PresentationFormat>Widescreen</PresentationFormat>
  <Paragraphs>125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Montserrat</vt:lpstr>
      <vt:lpstr>Open sans</vt:lpstr>
      <vt:lpstr>Office Theme</vt:lpstr>
      <vt:lpstr>NeuroSent</vt:lpstr>
      <vt:lpstr>Problem Statement</vt:lpstr>
      <vt:lpstr>Target Audience</vt:lpstr>
      <vt:lpstr>Existing Solutions</vt:lpstr>
      <vt:lpstr>Gaps &amp; Opportunities</vt:lpstr>
      <vt:lpstr>Your Solution</vt:lpstr>
      <vt:lpstr>Key Features</vt:lpstr>
      <vt:lpstr>System Architecture</vt:lpstr>
      <vt:lpstr>Tech Stack</vt:lpstr>
      <vt:lpstr>Workflow</vt:lpstr>
      <vt:lpstr>Impact</vt:lpstr>
      <vt:lpstr>Future Scope</vt:lpstr>
      <vt:lpstr>Mindmap Overview</vt:lpstr>
      <vt:lpstr>Team Info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 Pranav</dc:creator>
  <cp:lastModifiedBy>Thanush Parthiban</cp:lastModifiedBy>
  <cp:revision>25</cp:revision>
  <dcterms:created xsi:type="dcterms:W3CDTF">2026-04-04T11:36:02Z</dcterms:created>
  <dcterms:modified xsi:type="dcterms:W3CDTF">2026-04-06T10:01:58Z</dcterms:modified>
</cp:coreProperties>
</file>