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NeuroSent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69808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NeuroSent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Transforming Raw Feedback into Actionable Intelligence with AI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 </a:t>
            </a:r>
            <a:r>
              <a:rPr lang="en-US" alt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DevCraft: Simon’s Command Line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April 2026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AI/ML × Web Application × Institutional Analytics</a:t>
            </a: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Educational institutions receive thousands of feedback entries every semester — yet: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reading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every feedback entry is humanly impossible at scale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Delayed response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critical issues (bullying, harassment, safety threats)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Zero data-driven insights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administration makes decisions based on gut feeling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Fear of retaliation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students give dishonest or no feedback at all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dept-wise breakdown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generic reports provide zero actionable value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“A student reports harassment. Nobody reads it for 3 weeks. By then, the damage is done.”</a:t>
            </a: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A2422-340E-8474-6CA8-CC69D2C58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Primary Users: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Submit anonymous/named feedback, track own sentiment scores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Staff &amp; Faculty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Submit feedback, access personal and departmental reports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HODs / Dept. Heads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Monitor department-level sentiment trends and analytics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Administrators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Global analytics, user management, risk alerts, audit logs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Institution Types: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Engineering colleges • Universities • Schools • Professional Institutes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Scale: Designed for 1,000+ concurrent users per institution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NLP APIs (VADER, TextBlob)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No institutional context, no RBAC, no risk detection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Natural Language API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Expensive at scale, no role-based access, no domain tuning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Survey Tools (Google Forms, SurveyMonkey)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Data collection only, zero AI sentiment analysis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MonkeyLearn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General-purpose, no safety alerts, no educational domain focus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Microsoft Azure Text Analytics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Enterprise cost, no anonymous submission, no bulk workflow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Common Limitations Across ALL Existing Tools: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domain-specific NLP  •  No real-time risk/safety alerts  •  No 4-tier RBAC  •  No hybrid AI fallback</a:t>
            </a:r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1 — No domain-specific NLP: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500+ college-specific keywords ignored by generic models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2 — No real-time safety detection: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Bullying, harassment, self-harm go unreported for weeks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3 — No institutional RBAC: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tool maps Student → Staff → HOD → Admin hierarchy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4 — No anonymous feedback: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Fear of retaliation suppresses honest responses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5 — No offline AI fallback: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100% cloud dependency means downtime during quota exhaustion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6 — No negation-aware override: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“Not clean” and “not working” classified as Neutral by all existing tools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NeuroSent fills every single one of these gaps.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100000"/>
            <a:ext cx="9500000" cy="35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NeuroSent — AI-Powered Institutional Feedback Intelligence Platform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Classifies sentiment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(Positive / Negative / Neutral) using a 3-layer hybrid AI engine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Detects high-risk content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7 categories (bullying, harassment, self-harm, threats) in real-time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Instant email alerts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dispatched to admins the moment critical content is detected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Department-wise dashboards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interactive charts, date filtering, and TF-IDF word clouds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5. Anonymous submissions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supported — identity stripped at database level for honest feedback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6. Professional report exports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PDF (ReportLab), Excel (Pandas), and CSV formats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Built purpose-first for educational institutions — not a generic tool retrofitted to education.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093E-F6A2-06B2-265C-B880832B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Hybrid NLP Engine: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Gemini 2.0 Flash → RoBERTa fallback → Complaint-aware override (3 layers)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Risk Detection: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 categories — bullying, harassment, violence, threats, self-harm, discrimination, corruption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Bulk CSV/Excel Upload: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Batch AI processing (15 texts/call = 15× API efficiency), background threading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Interactive Dashboard: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Sentiment trends, dept-wise bar charts, date filtering, TF-IDF keyword word cloud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4-Tier RBAC: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 → Staff → HOD → Admin with strict permission boundaries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Enterprise Security: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Bcrypt, CSRF, rate limiting, account lockout, MFA (TOTP), session timeouts, audit logs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Report Generation: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PDF (ReportLab) + Excel (Pandas + OpenPyXL) + CSV exports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Model Training: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Trigger RoBERTa fine-tuning directly from admin dashboard with real-time progress</a:t>
            </a: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000000"/>
            <a:ext cx="9500000" cy="36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 Layer: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TailwindCSS + Jinja2 Templates + Chart.js + WordCloud2.js | Login/MFA • Dashboard • Feedback Form • Admin Panel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Flask Application Layer (HTTPS):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Security: CSRF • Rate Limiting • Security Headers • 15-min idle + 12-hr absolute session timeout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 Blueprints: Auth • Dashboard • Feedback • Upload • Reports • Admin • Profile • Training • Recovery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&amp; AI Layer: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NLP Engine 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Layer 1: Gemini 2.0 Flash (API) | Layer 2: RoBERTa (local) | Layer 3: Complaint override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SQLAlchemy ORM | 6 models: Users, Feedback, Uploads, AuditLog, OTPs, Replies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Email Engine 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SMTP/Gmail | Welcome, OTP, Risk Alerts, Password Reset</a:t>
            </a:r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Flask 3.0+ • SQLAlchemy ORM • SQLite (dev) / PostgreSQL (prod)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Primary: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Gemini 2.0 Flash via OpenRouter API — fast inference, ~200ms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Fallback: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HuggingFace RoBERTa (cardiffnlp/twitter-roberta) — local GPU, zero downtime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NLP: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NLTK + scikit-learn TF-IDF — tokenization, stopword removal, keyword extraction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 &amp; Security: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Flask-Login • Flask-Bcrypt • Flask-WTF (CSRF) • Flask-Limiter • PyOTP (MFA)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TailwindCSS • Chart.js • WordCloud2.js • Jinja2 • Vanta.js (animated bg)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Reports: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ReportLab (PDF) • Pandas + OpenPyXL (Excel) • CSV export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Docker + Gunicorn • Single-command containerized deploy • /health endpoint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Testing: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Pytest — 597 lines of automated security + integration tests</a:t>
            </a:r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3AC6F-97B4-C038-5116-BCDB0E747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1 — Submit: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types feedback manually or uploads bulk CSV/Excel file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2 — AI Layer 1: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Gemini 2.0 Flash classifies sentiment in ~200ms (handles 95% of requests)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3 — AI Layer 2: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API is down/quota exceeded, RoBERTa local model kicks in (~500ms, zero downtime)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4 — AI Layer 3: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Complaint-aware override catches negation patterns (e.g., “not clean” → Negative)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5 — Risk Scan: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7-category risk engine checks for bullying, harassment, self-harm, threats, etc.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6 — Alert: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risk detected → high-priority email dispatched instantly to admin with full context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7 — Dashboard: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Analytics refresh in real-time; caching (TTL 60s) ensures 500+ concurrent users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Batch mode: 15 feedbacks per API call — 15× more efficient than one-by-one processing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Engineered for 1,000+ concurrent users — connection pooling (20 base + 40 overflow)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Speed: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15× API call reduction via batch processing; dashboard cached at TTL 60s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Reliability: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Zero-downtime AI with 3-layer fallback — API → Local GPU → Override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Safety: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 risk categories monitored in real-time; instant email alert pipeline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597 lines of automated tests — privilege escalation, XSS, CSRF, lockout, OTP expiry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Transparency: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Anonymous feedback increases honest reporting; every admin action logged with IP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Dept-wise sentiment + TF-IDF keywords give administrators actionable data, not guesses</a:t>
            </a:r>
          </a:p>
          <a:p>
            <a:pPr>
              <a:lnSpc>
                <a:spcPts val="1000"/>
              </a:lnSpc>
              <a:spcBef>
                <a:spcPts val="100"/>
              </a:spcBef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gut feeling to data-driven institutional governance — that’s the NeuroSent impact.</a:t>
            </a: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CB7A-4CE2-C98F-181A-2955692E4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Box50"/>
          <p:cNvSpPr txBox="1">
            <a:spLocks noGrp="1"/>
          </p:cNvSpPr>
          <p:nvPr/>
        </p:nvSpPr>
        <p:spPr>
          <a:xfrm>
            <a:off x="1300000" y="3200000"/>
            <a:ext cx="9500000" cy="3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Multilingual NLP: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Hindi, Tamil, Telugu feedback analysis using multilingual transformer models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Trend Graphs: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Weekly/monthly sentiment trends per department over time with visual timelines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Celery + Redis: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Replace thread-based background tasks with a production-grade task queue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Mobile App: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Flutter/React Native wrapper around the REST API for on-the-go access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5. WebSocket Alerts: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push notifications for risk content in addition to email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6. AI Summaries: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Auto-generate executive summaries of 100+ feedback entries using LLMs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7. Feedback Clustering: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Auto-group similar complaints using sentence embeddings + HDBSCAN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●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8. Satisfaction Index: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 Satisfaction Index (SSI) — composite score per department per semester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00000" y="3300000"/>
            <a:ext cx="9500000" cy="32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1: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SABARISH 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 — Full Stack Developer (Flask, SQLAlchemy, Auth)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2: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THANUSH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 — AI/NLP Engineer (Gemini API,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RoBERTa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NLP Pipeline)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3: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JS RAHUL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 —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Research and Content Curation 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4: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KOUSHIK 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 — PPT Design And Visual Presentation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Duration: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Built during the DevCraft Hackathon period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Codebase: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~5,000+ lines (backend) + templates + 597-line test suite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Docker + Gunicorn — production-ready on Render / Heroku / Docker</a:t>
            </a: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1497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Open sans</vt:lpstr>
      <vt:lpstr>Office Theme</vt:lpstr>
      <vt:lpstr>NeuroSent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Thanush Parthiban</cp:lastModifiedBy>
  <cp:revision>24</cp:revision>
  <dcterms:created xsi:type="dcterms:W3CDTF">2026-04-04T11:36:02Z</dcterms:created>
  <dcterms:modified xsi:type="dcterms:W3CDTF">2026-04-06T09:49:10Z</dcterms:modified>
</cp:coreProperties>
</file>